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PERSONA 3  ·  SLIDE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Ventajas y Desventajas 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</a:rPr>
              <a:t>Vibe Coding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8412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411480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64208"/>
            <a:ext cx="41148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✅  VENTAJAS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3500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3500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Mayor rapidez al programar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243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Genera código funcional en segundos, acelerando el ciclo de desarrollo.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Accesible para principiantes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4290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Reduce la barrera de entrada, permitiendo crear sin conocimientos avanzados.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9593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9593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Ayuda a aprender programación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23367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Expone al usuario a patrones de código, facilitando el aprendizaje práctico.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664208"/>
            <a:ext cx="411480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664208"/>
            <a:ext cx="41148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⚠️  DESVENTAJAS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23500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23500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Dependencia de la 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6243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El programador puede perder habilidades propias al delegar demasiado a la IA.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8348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31546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Posibles errores en el código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34290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El código generado puede tener bugs sutiles o lógica incorrecta sin revisión.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83480" y="39593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94960" y="39593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Riesgos de seguridad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423367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Malas prácticas generadas automáticamente pueden introducir vulnerabilidades.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Vibe Coding  ·  Análisis de Herramienta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2026-03-10T16:50:24Z</dcterms:created>
  <dcterms:modified xsi:type="dcterms:W3CDTF">2026-03-10T16:50:24Z</dcterms:modified>
</cp:coreProperties>
</file>